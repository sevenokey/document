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099" y="0"/>
            <a:ext cx="1777901" cy="5143500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53901"/>
            <a:ext cx="634901" cy="38100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2219325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介绍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3901" y="2714625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 Codex 加专业能力插件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099" y="0"/>
            <a:ext cx="1777901" cy="5143500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71500" cy="38100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823591"/>
            <a:ext cx="69951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1400" b="1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一句话理解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2388691"/>
            <a:ext cx="699516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给 Codex 加"专业能力插件"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812703"/>
            <a:ext cx="699516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让它在某些任务上表现得更稳定、更可控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3119884"/>
            <a:ext cx="6995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而不是每次都从零推理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099" y="0"/>
            <a:ext cx="1777901" cy="5143500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50" y="203150"/>
            <a:ext cx="571500" cy="38100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150" y="507950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300" b="1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通常能做什么？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3150" y="990451"/>
            <a:ext cx="204490" cy="203002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6551" y="10157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3840" y="990451"/>
            <a:ext cx="25099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 Codex 的行为方式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840" y="1276201"/>
            <a:ext cx="25099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定义能力范围、边界、输出格式、规则流程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3150" y="1736527"/>
            <a:ext cx="204490" cy="203002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6551" y="176182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3840" y="1736527"/>
            <a:ext cx="41184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提供专用能力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840" y="2022277"/>
            <a:ext cx="4118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写前端组件、生成SQL、代码Review、单元测试、文档摘要、工单分类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150" y="2482602"/>
            <a:ext cx="204490" cy="203002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6551" y="250790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3840" y="2482602"/>
            <a:ext cx="27740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 &amp; 组合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840" y="2768352"/>
            <a:ext cx="2774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一次定义多处使用、可被调用、可组合完成任务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099" y="0"/>
            <a:ext cx="1777901" cy="5143500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50" y="203150"/>
            <a:ext cx="571500" cy="38100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150" y="507950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300" b="1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和普通 Prompt 的区别？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3150" y="1525339"/>
            <a:ext cx="6858000" cy="0"/>
          </a:xfrm>
          <a:prstGeom prst="line">
            <a:avLst/>
          </a:prstGeom>
          <a:noFill/>
          <a:ln w="9525">
            <a:solidFill>
              <a:srgbClr val="3E46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3150" y="1079450"/>
            <a:ext cx="906729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2101" y="1104751"/>
            <a:ext cx="6088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一次性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可长期复用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150" y="2217241"/>
            <a:ext cx="6858000" cy="0"/>
          </a:xfrm>
          <a:prstGeom prst="line">
            <a:avLst/>
          </a:prstGeom>
          <a:noFill/>
          <a:ln w="9525">
            <a:solidFill>
              <a:srgbClr val="3E4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150" y="1771352"/>
            <a:ext cx="906729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101" y="1796653"/>
            <a:ext cx="6088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依赖输入质量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行为更可控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3150" y="2909143"/>
            <a:ext cx="6858000" cy="0"/>
          </a:xfrm>
          <a:prstGeom prst="line">
            <a:avLst/>
          </a:prstGeom>
          <a:noFill/>
          <a:ln w="9525">
            <a:solidFill>
              <a:srgbClr val="3E46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150" y="2463254"/>
            <a:ext cx="906729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101" y="2488555"/>
            <a:ext cx="6088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个人使用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团队 / 产品级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150" y="3155156"/>
            <a:ext cx="906729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2101" y="3180457"/>
            <a:ext cx="6088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自然语言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有配置或模板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3150" y="3913733"/>
            <a:ext cx="6995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i="1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更像聊天，Skill 更像"功能"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099" y="0"/>
            <a:ext cx="1777901" cy="5143500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50" y="203150"/>
            <a:ext cx="571500" cy="38100"/>
          </a:xfrm>
          <a:prstGeom prst="rect">
            <a:avLst/>
          </a:prstGeom>
          <a:solidFill>
            <a:srgbClr val="00CE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150" y="1119336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1300" b="1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常见使用场景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3150" y="1670149"/>
            <a:ext cx="1099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2403" y="1665387"/>
            <a:ext cx="2375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内部开发工具 (Dev Copilot)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3150" y="2140000"/>
            <a:ext cx="1099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2403" y="2135237"/>
            <a:ext cx="2483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自动化流程 (CI / 工单 / 运维)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3150" y="2609850"/>
            <a:ext cx="1099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2403" y="2605088"/>
            <a:ext cx="1281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AI 应用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150" y="3079700"/>
            <a:ext cx="1099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403" y="3074938"/>
            <a:ext cx="23979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系统中的能力模块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3150" y="3862239"/>
            <a:ext cx="69951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让 AI 更稳定、更可控、更专业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介绍</dc:title>
  <dc:subject>PptxGenJS Presentation</dc:subject>
  <dc:creator>Claude Code</dc:creator>
  <cp:lastModifiedBy>Claude Code</cp:lastModifiedBy>
  <cp:revision>1</cp:revision>
  <dcterms:created xsi:type="dcterms:W3CDTF">2026-01-08T03:04:19Z</dcterms:created>
  <dcterms:modified xsi:type="dcterms:W3CDTF">2026-01-08T03:04:19Z</dcterms:modified>
</cp:coreProperties>
</file>